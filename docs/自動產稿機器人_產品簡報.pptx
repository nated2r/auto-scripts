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5A848"/>
                </a:solidFill>
                <a:latin typeface="Microsoft JhengHei"/>
              </a:rPr>
              <a:t>SHORT SCRIPT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B1F3A"/>
                </a:solidFill>
                <a:latin typeface="Microsoft JhengHei"/>
              </a:rPr>
              <a:t>貼稿進去
爆款口播自動出來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B7C"/>
                </a:solidFill>
                <a:latin typeface="Microsoft JhengHei"/>
              </a:rPr>
              <a:t>自動產稿機器人｜新聞／參考口播／影片轉錄 → IG・FB 約 30 秒、高留言導向六欄稿。
台灣繁中、結構保底、規則可自定；可加值串接轉錄機器人。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你不是在「請 AI 亂寫」——是在裝一台短影音產稿引擎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為什麼需要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Microsoft JhengHei"/>
              </a:rPr>
              <a:t>每天要產稿
卡的不是靈感，是結構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383280" cy="301752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1｜寫得出來，但不爆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有內容、沒鉤子、沒懸念、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CTA 模糊，留言起不來。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194560"/>
            <a:ext cx="3383280" cy="3017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2｜每支格式都不一樣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78892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封面、標題、口播、內文、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標籤、懶人包東拼西湊，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貼 Sheet 更痛。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194560"/>
            <a:ext cx="3383280" cy="301752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7" y="2377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3｜下一篇就感覺哪裡都不對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7" y="278892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沒有帳號規則沉澱，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產出來不像你、也不穩定。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結果句：需要的是可複製的產稿系統，不是再一個聊天框。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產品是什麼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Microsoft JhengHei"/>
              </a:rPr>
              <a:t>把「參考稿／題材／影片」變成可上架口播包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03520" cy="320040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輸入 → 輸出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06040"/>
            <a:ext cx="49377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輸入：新聞／舊口播（改爆款）或一句題材（展開）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也可：影片網址 → 轉錄文字 → 貼回產稿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/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輸出六欄：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封面文案｜影片標題｜口播稿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內文｜hashtag｜懶人包整理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32004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工作台規格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06040"/>
            <a:ext cx="4754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E6D4"/>
                </a:solidFill>
                <a:latin typeface="Microsoft JhengHei"/>
              </a:rPr>
              <a:t>約 30–45 秒｜口播 150 字基準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一次一個角度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一鍵複製可贴 Google Sheet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轉錄機器人餵文字進來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結果句：從「想到寫」變成「貼上就產、對齊就發」。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兩種產稿入口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JhengHei"/>
              </a:rPr>
              <a:t>有稿就改爆款　有題就展開角度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029200" cy="310896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貼稿改爆款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06040"/>
            <a:ext cx="4663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貼新聞／參考口播／舊稿／轉錄文字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• 萃取題材後整篇重寫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• 不是逐句微調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• 適合：已有素材要升級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3108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題材展開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606040"/>
            <a:ext cx="4663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只丟一句題材名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• 依角度從零產一支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• 反直覺／測驗／解讀…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• 適合：只有題目要開稿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結果句：材料不同，引擎相同——都落到同一套六欄規格。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輸出規格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JhengHei"/>
              </a:rPr>
              <a:t>一格一格分開，也能單獨複製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301752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拍攝／剪輯用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06040"/>
            <a:ext cx="3108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E6D4"/>
                </a:solidFill>
                <a:latin typeface="Microsoft JhengHei"/>
              </a:rPr>
              <a:t>封面文案、影片標題、口播稿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進棚就能念、能上字幕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3017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發文用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06040"/>
            <a:ext cx="3108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內文四層＋ hashtag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對齊 IG／FB 貼文需求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301752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私訊變現用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606040"/>
            <a:ext cx="3017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懶人包整理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留言領取的完整交付物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結果句：產出物直接進工作流，不需要再人工拆欄。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自定義規則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Microsoft JhengHei"/>
              </a:rPr>
              <a:t>系統預設與客製化　留白沿用｜有填才改那一塊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03520" cy="310896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可調區塊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06040"/>
            <a:ext cx="49377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身份｜語氣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必要 hashtag 跟 CTA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要／不要｜口播文案參考區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禁止使用的題材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自訂指令（進階，可啟用）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3108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增量覆寫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06040"/>
            <a:ext cx="4754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只填語氣 → 只改口吻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hashtag 留白 → 依題材長標籤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空欄不會被亂補偏好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/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底線仍保留：六欄／一次一角／繁中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結果句：開箱通用，用久了變成你家帳號專屬產稿機。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上手一條龍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Microsoft JhengHei"/>
              </a:rPr>
              <a:t>打開網址就能產　有影片就先轉錄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651760" cy="301752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1｜打開產稿網址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606040"/>
            <a:ext cx="22860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進入工作台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不用安裝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011680"/>
            <a:ext cx="2651760" cy="3017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2｜規則（可選）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606040"/>
            <a:ext cx="22860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有要對齊再填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沒有就全留白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2651760" cy="301752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3｜影片丟轉錄（可選）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606040"/>
            <a:ext cx="22860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網址進轉錄機器人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複製文字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011680"/>
            <a:ext cx="2651760" cy="301752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4｜貼上就產六欄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2606040"/>
            <a:ext cx="22860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E6D4"/>
                </a:solidFill>
                <a:latin typeface="Microsoft JhengHei"/>
              </a:rPr>
              <a:t>貼稿／轉錄／題材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選角度 → 貼 Sheet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結果句：丟網址、貼文字、出稿——打開就能用。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A848"/>
                </a:solidFill>
                <a:latin typeface="Microsoft JhengHei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Microsoft JhengHei"/>
              </a:rPr>
              <a:t>把產稿變成每天可交付的產線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2651760" cy="283464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一打開就有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697480"/>
            <a:ext cx="2286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雙模式產稿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六欄輸出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自定義規則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禁題預警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03120"/>
            <a:ext cx="2651760" cy="2834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含轉錄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697480"/>
            <a:ext cx="2286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影片網址→文字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再餵進產稿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3120"/>
            <a:ext cx="2651760" cy="2834640"/>
          </a:xfrm>
          <a:prstGeom prst="roundRect">
            <a:avLst>
              <a:gd name="adj" fmla="val 15000"/>
            </a:avLst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JhengHei"/>
              </a:rPr>
              <a:t>可擴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697480"/>
            <a:ext cx="2286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B7C"/>
                </a:solidFill>
                <a:latin typeface="Microsoft JhengHei"/>
              </a:rPr>
              <a:t>多帳號／歷史</a:t>
            </a:r>
          </a:p>
          <a:p>
            <a:r>
              <a:rPr sz="1300" b="0">
                <a:solidFill>
                  <a:srgbClr val="5B6B7C"/>
                </a:solidFill>
                <a:latin typeface="Microsoft JhengHei"/>
              </a:rPr>
              <a:t>規則雲端同步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103120"/>
            <a:ext cx="2651760" cy="283464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JhengHei"/>
              </a:rPr>
              <a:t>核心不變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2697480"/>
            <a:ext cx="2286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E6D4"/>
                </a:solidFill>
                <a:latin typeface="Microsoft JhengHei"/>
              </a:rPr>
              <a:t>結構保底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題材判斷</a:t>
            </a:r>
          </a:p>
          <a:p>
            <a:r>
              <a:rPr sz="1300" b="0">
                <a:solidFill>
                  <a:srgbClr val="C9E6D4"/>
                </a:solidFill>
                <a:latin typeface="Microsoft JhengHei"/>
              </a:rPr>
              <a:t>留言導向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989320"/>
            <a:ext cx="11338560" cy="5943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  自動產稿機器人｜Short Script OS — 打開網址，就產。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6C755"/>
                </a:solidFill>
                <a:latin typeface="Microsoft JhengHei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